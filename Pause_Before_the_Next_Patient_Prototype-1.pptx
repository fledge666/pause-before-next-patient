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Pause Before the Next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 prototype post-call wellbeing and reflection intervention for ambulance clinicians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583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The concept</a:t>
            </a:r>
          </a:p>
          <a:p>
            <a:pPr>
              <a:spcAft>
                <a:spcPts val="1200"/>
              </a:spcAft>
              <a:defRPr sz="1900"/>
            </a:pPr>
            <a:r>
              <a:t>A brief, optional check-in after a challenging or emotionally significant call.</a:t>
            </a:r>
          </a:p>
          <a:p>
            <a:pPr>
              <a:spcAft>
                <a:spcPts val="1200"/>
              </a:spcAft>
              <a:defRPr sz="1900"/>
            </a:pPr>
            <a:r>
              <a:t>Accessed at the point where the EPR is completed and submitted.</a:t>
            </a:r>
          </a:p>
          <a:p>
            <a:pPr>
              <a:spcAft>
                <a:spcPts val="1200"/>
              </a:spcAft>
              <a:defRPr sz="1900"/>
            </a:pPr>
            <a:r>
              <a:t>Designed to help clinicians recognise their own response, reset, reflect and identify support before the next patient.</a:t>
            </a:r>
          </a:p>
        </p:txBody>
      </p:sp>
      <p:pic>
        <p:nvPicPr>
          <p:cNvPr id="5" name="Picture 4" descr="wellbeing_prototype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43434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Prototype QR code</a:t>
            </a:r>
            <a:br/>
            <a:r>
              <a:t>(temporary link)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Mock EPR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Illustrative only — not an actual Trust EPR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34747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EPR SUBMITTED</a:t>
            </a:r>
            <a:br/>
            <a:br/>
            <a:r>
              <a:t>Before your next patient…</a:t>
            </a:r>
            <a:br/>
            <a:br/>
            <a:r>
              <a:t>Was this job difficult, stressful or emotionally challenging for you?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394960"/>
            <a:ext cx="2468880" cy="6858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I'm okay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5394960"/>
            <a:ext cx="2468880" cy="6858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 need a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5394960"/>
            <a:ext cx="2468880" cy="6858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 need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Check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 30-second self-awareness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9144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How are you feeling following that job?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880360"/>
            <a:ext cx="237744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🙂 I'm okay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880360"/>
            <a:ext cx="237744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😐 A little unsettled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880360"/>
            <a:ext cx="237744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😟 Quite affected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880360"/>
            <a:ext cx="237744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😣 Very distressed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You don't need to explain or record anything. This is a private moment to notice how you 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Take 60–90 seconds before moving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828800" cy="7315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444752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Give yourself a moment.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1828800" cy="7315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BREATHE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587752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Take 3 slow breaths. Let your shoulders 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1828800" cy="7315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730752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What am I feeling? Where am I holding tension?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1828800" cy="7315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RESET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873752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Unclench your jaw. Ground your feet. Take a drink if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Reflect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 brief reflection informed by the consultation/self-reflection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/>
            </a:pPr>
            <a:r>
              <a:t>What went well?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/>
            </a:pPr>
            <a:r>
              <a:t>What did I find difficult?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5468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/>
            </a:pPr>
            <a:r>
              <a:t>Is there anything I would do differently?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/>
            </a:pPr>
            <a:r>
              <a:t>Is there anything I need to discuss with my crewmate or colleague?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7492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/>
            </a:pPr>
            <a:r>
              <a:t>What do I need to take forward — and what can I leave with this job?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Prepare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What do I need before the next patient?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4937760" cy="86868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A drink of water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4937760" cy="86868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A toilet 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4937760" cy="86868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A minute of quiet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51760"/>
            <a:ext cx="4937760" cy="86868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A conversation with my crewmate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4937760" cy="86868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A quick team/clinical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86200"/>
            <a:ext cx="4937760" cy="86868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Nothing — I'm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Ready for the next patient?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aim is awareness, not a pass/fail test.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33272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🟢 YES — I'm ready to continue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80360"/>
            <a:ext cx="1033272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🟠 I'M ABLE TO CONTINUE — but I'll monitor how I'm feeling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51960"/>
            <a:ext cx="1033272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🔴 NO — I need to speak to someone before continuing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If you need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resource should connect clinicians to the support routes available within their own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320040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/>
            </a:pPr>
            <a:r>
              <a:t>Talk to your crewmate or another trusted colleague.</a:t>
            </a:r>
            <a:br/>
            <a:br/>
            <a:r>
              <a:t>Speak to your team leader / clinical supervisor where appropriate.</a:t>
            </a:r>
            <a:br/>
            <a:br/>
            <a:r>
              <a:t>Use your Trust's wellbeing, occupational health or employee support services.</a:t>
            </a:r>
            <a:br/>
            <a:br/>
            <a:r>
              <a:t>If you are concerned about your ability to continue safely, raise this through the appropriate operational/clinical pathway.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Prototype note: replace this slide with the approved local support pathways before any real-world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this could become a QI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Initial PDSA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554480" cy="77724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344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Identify whether clinicians feel they have sufficient opportunity to reflect and reset after challenging jobs. Co-design a brief resource.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554480" cy="77724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774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Pilot with a small group. Embed access at EPR completion / provide QR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20440"/>
            <a:ext cx="1554480" cy="77724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5204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Measure confidence in recognising stress, ability to transition to the next patient, awareness of support and perceived usefulness.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63440"/>
            <a:ext cx="1554480" cy="77724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6634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Refine the resource based on staff feedback and consider whether/how it could be incorporated into practice.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What to do once your mentor confirms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241280" cy="5029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1.  Agree the scope and QI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38528"/>
            <a:ext cx="10241280" cy="5029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2.  Check local Trust policies, governance and information/data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88336"/>
            <a:ext cx="10241280" cy="5029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3.  Find the appropriate evidence base for staff wellbeing, reflection and transition after challenging clinical encounters.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38144"/>
            <a:ext cx="10241280" cy="5029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4.  Identify approved local support pathways.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87952"/>
            <a:ext cx="10241280" cy="5029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5.  Co-design the wording with ambulance clinicians.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937759"/>
            <a:ext cx="10241280" cy="502920"/>
          </a:xfrm>
          <a:prstGeom prst="roundRect">
            <a:avLst/>
          </a:prstGeom>
          <a:solidFill>
            <a:srgbClr val="F5F7F9"/>
          </a:solidFill>
          <a:ln>
            <a:solidFill>
              <a:srgbClr val="BE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6.  Pilot, collect feedback, and refine.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